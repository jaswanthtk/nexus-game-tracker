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41414"/>
                </a:solidFill>
                <a:latin typeface="Consolas"/>
              </a:defRPr>
            </a:pPr>
            <a:r>
              <a:t>NEXUS GAME TRACKER</a:t>
            </a:r>
          </a:p>
          <a:p>
            <a:pPr algn="ctr">
              <a:defRPr sz="1600">
                <a:solidFill>
                  <a:srgbClr val="646464"/>
                </a:solidFill>
                <a:latin typeface="Consolas"/>
              </a:defRPr>
            </a:pPr>
            <a:r>
              <a:t>COMPLETE SYSTEM WIREFRAME BLUEPRINT (14 PAGES)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91840"/>
            <a:ext cx="4572000" cy="91440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latin typeface="Consolas"/>
              </a:defRPr>
            </a:pPr>
            <a:r>
              <a:t>CLIENT PORTAL (7 SCREENS)</a:t>
            </a:r>
          </a:p>
          <a:p>
            <a:pPr>
              <a:defRPr sz="900">
                <a:solidFill>
                  <a:srgbClr val="646464"/>
                </a:solidFill>
                <a:latin typeface="Consolas"/>
              </a:defRPr>
            </a:pPr>
            <a:r>
              <a:t>index.html, catalog.html, client_search.html, client_logbook.html, client_profile.html, client_contact.html, login.html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3291840"/>
            <a:ext cx="4572000" cy="91440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latin typeface="Consolas"/>
              </a:defRPr>
            </a:pPr>
            <a:r>
              <a:t>ADMIN TELEMETRY (7 SCREENS)</a:t>
            </a:r>
          </a:p>
          <a:p>
            <a:pPr>
              <a:defRPr sz="900">
                <a:solidFill>
                  <a:srgbClr val="646464"/>
                </a:solidFill>
                <a:latin typeface="Consolas"/>
              </a:defRPr>
            </a:pPr>
            <a:r>
              <a:t>admin.html, admin_games.html, admin_users.html, admin_analytics.html, admin_feedback.html, admin_logs.html, admin_settings.html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480560"/>
            <a:ext cx="4572000" cy="91440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latin typeface="Consolas"/>
              </a:defRPr>
            </a:pPr>
            <a:r>
              <a:t>DATA ARCHITECTURE</a:t>
            </a:r>
          </a:p>
          <a:p>
            <a:pPr>
              <a:defRPr sz="900">
                <a:solidFill>
                  <a:srgbClr val="646464"/>
                </a:solidFill>
                <a:latin typeface="Consolas"/>
              </a:defRPr>
            </a:pPr>
            <a:r>
              <a:t>Vanilla HTML5 + Modern CSS Design Tokens + LocalStorage Persistence + XML Seed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480560"/>
            <a:ext cx="4572000" cy="91440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latin typeface="Consolas"/>
              </a:defRPr>
            </a:pPr>
            <a:r>
              <a:t>DESIGN SYSTEM</a:t>
            </a:r>
          </a:p>
          <a:p>
            <a:pPr>
              <a:defRPr sz="900">
                <a:solidFill>
                  <a:srgbClr val="646464"/>
                </a:solidFill>
                <a:latin typeface="Consolas"/>
              </a:defRPr>
            </a:pPr>
            <a:r>
              <a:t>Monochromatic Architectural Grid, Strict Responsive Layouts, WCAG 2.2 AAA Contrast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1 OF 15 | ISO-9241 UX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1: LANDING PORTAL (INDEX.HTML)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NEXUS GAME TRACKER - BLUEPRINT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[LOGO] NEXUS               [CATALOG]   [SEARCH]   [VAULT]   [PROFILE]   [CONTACT]           [LOGIN / SIGN IN]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1094415" cy="292608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HERO BANNER WITH AMBIENT PARTICLES ]</a:t>
            </a:r>
            <a:br/>
            <a:br/>
            <a:r>
              <a:t>TRACK. DISCOVER. DOMINATE.</a:t>
            </a:r>
            <a:br/>
            <a:r>
              <a:t>Your Unified Gaming Telemetry &amp; Personal Vault</a:t>
            </a:r>
            <a:br/>
            <a:br/>
            <a:r>
              <a:t>[ + ENTER VAULT CTA ]      [ EXPLORE CATALOG CTA 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120640"/>
            <a:ext cx="3474720" cy="91440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[FEATURE 1]</a:t>
            </a:r>
            <a:br/>
            <a:r>
              <a:t>Real-Time RAWG Discovery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030" y="5120640"/>
            <a:ext cx="3474720" cy="91440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[FEATURE 2]</a:t>
            </a:r>
            <a:br/>
            <a:r>
              <a:t>Interactive Kanban Vault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8335" y="5120640"/>
            <a:ext cx="3474720" cy="91440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[FEATURE 3]</a:t>
            </a:r>
            <a:br/>
            <a:r>
              <a:t>Hardware Telemetry &amp; Stats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2 OF 15 | ISO-9241 UX COMPLIANT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2: DISCOVERY HUB (CATALOG.HTML)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NEXUS GAME TRACKER - BLUEPRINT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[NAVBAR: Catalog Active]                                                     [Theme Toggle: Mocha / Latte]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7772400" cy="54864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SEARCH INPUT: 'Search 800,000+ Titles via RAWG Engine...' ]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920240"/>
            <a:ext cx="3139135" cy="54864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FILTER: All / Action / RPG / Indie 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2590495" cy="338328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COVER ART IMAGE ]</a:t>
            </a:r>
            <a:br/>
            <a:br/>
            <a:r>
              <a:t>Cyberpunk 2077</a:t>
            </a:r>
            <a:br/>
            <a:r>
              <a:t>Genre: Action / RPG</a:t>
            </a:r>
            <a:br/>
            <a:r>
              <a:t>Rating: 4.8 / 5.0</a:t>
            </a:r>
            <a:br/>
            <a:br/>
            <a:r>
              <a:t>[ + ADD TO VAULT ]</a:t>
            </a:r>
            <a:br/>
            <a:r>
              <a:t>[ VIEW DETAILS ]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651760"/>
            <a:ext cx="2590495" cy="338328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COVER ART IMAGE ]</a:t>
            </a:r>
            <a:br/>
            <a:br/>
            <a:r>
              <a:t>Elden Ring</a:t>
            </a:r>
            <a:br/>
            <a:r>
              <a:t>Genre: Action / RPG</a:t>
            </a:r>
            <a:br/>
            <a:r>
              <a:t>Rating: 4.8 / 5.0</a:t>
            </a:r>
            <a:br/>
            <a:br/>
            <a:r>
              <a:t>[ + ADD TO VAULT ]</a:t>
            </a:r>
            <a:br/>
            <a:r>
              <a:t>[ VIEW DETAILS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651760"/>
            <a:ext cx="2590495" cy="338328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COVER ART IMAGE ]</a:t>
            </a:r>
            <a:br/>
            <a:br/>
            <a:r>
              <a:t>Hades II</a:t>
            </a:r>
            <a:br/>
            <a:r>
              <a:t>Genre: Action / RPG</a:t>
            </a:r>
            <a:br/>
            <a:r>
              <a:t>Rating: 4.8 / 5.0</a:t>
            </a:r>
            <a:br/>
            <a:br/>
            <a:r>
              <a:t>[ + ADD TO VAULT ]</a:t>
            </a:r>
            <a:br/>
            <a:r>
              <a:t>[ VIEW DETAILS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651760"/>
            <a:ext cx="2590495" cy="338328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COVER ART IMAGE ]</a:t>
            </a:r>
            <a:br/>
            <a:br/>
            <a:r>
              <a:t>Hollow Knight</a:t>
            </a:r>
            <a:br/>
            <a:r>
              <a:t>Genre: Action / RPG</a:t>
            </a:r>
            <a:br/>
            <a:r>
              <a:t>Rating: 4.8 / 5.0</a:t>
            </a:r>
            <a:br/>
            <a:br/>
            <a:r>
              <a:t>[ + ADD TO VAULT ]</a:t>
            </a:r>
            <a:br/>
            <a:r>
              <a:t>[ VIEW DETAILS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3 OF 15 | ISO-9241 UX COMPLIANT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3: TELEMETRY SEARCH (CLIENT_SEARCH.HTML)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NEXUS GAME TRACKER - BLUEPRINT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[NAVBAR: Search Active]                                                              [Operative Status: Online]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1094415" cy="91440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BIG SEARCH BAR: Enter Keywords, Tags, or Developers... ]</a:t>
            </a:r>
            <a:br/>
            <a:r>
              <a:t>[ ] Action  [ ] RPG  [ ] Strategy  [ ] Adventure  [ ] Platformer   |   Sort: [ Popularity ▼ 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5394960" cy="137160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[THUMB] Elden Ring (2022)</a:t>
            </a:r>
            <a:br/>
            <a:r>
              <a:t>FromSoftware | RPG, Souls-like</a:t>
            </a:r>
            <a:br/>
            <a:r>
              <a:t>Metacritic: 96 | [ + Quick Add ]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095" y="3108960"/>
            <a:ext cx="5394960" cy="137160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[THUMB] Cyberpunk 2077 (2020)</a:t>
            </a:r>
            <a:br/>
            <a:r>
              <a:t>CD Projekt Red | RPG, Open World</a:t>
            </a:r>
            <a:br/>
            <a:r>
              <a:t>Metacritic: 86 | [ + Quick Add ]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663440"/>
            <a:ext cx="5394960" cy="137160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[THUMB] Hollow Knight (2017)</a:t>
            </a:r>
            <a:br/>
            <a:r>
              <a:t>Team Cherry | Metroidvania</a:t>
            </a:r>
            <a:br/>
            <a:r>
              <a:t>Metacritic: 90 | [ + Quick Add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8095" y="4663440"/>
            <a:ext cx="5394960" cy="137160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[THUMB] Hades II (2024)</a:t>
            </a:r>
            <a:br/>
            <a:r>
              <a:t>Supergiant Games | Roguelike</a:t>
            </a:r>
            <a:br/>
            <a:r>
              <a:t>Early Access | [ + Quick Add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4 OF 15 | ISO-9241 UX COMPLIANT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4: PERSONAL VAULT &amp; KANBAN (CLIENT_LOGBOOK.HTML)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NEXUS GAME TRACKER - BLUEPRINT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[NAVBAR: Vault Active]               [Total Games: 6]  [Hours Logged: 184 hrs]               [ + LOG NEW GAME 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504895" cy="45720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IN PROGRESS / PLAYING (2)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3504895" cy="347472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313913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[CARD] Cyberpunk 2077</a:t>
            </a:r>
            <a:br/>
            <a:r>
              <a:t>62 hrs | Rating: 5/5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94760"/>
            <a:ext cx="313913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[CARD] Elden Ring</a:t>
            </a:r>
            <a:br/>
            <a:r>
              <a:t>122 hrs | Rating: 5/5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011680"/>
            <a:ext cx="3504895" cy="45720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BACKLOG / QUEUED (3)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560320"/>
            <a:ext cx="3504895" cy="347472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743200"/>
            <a:ext cx="313913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[CARD] Hades II</a:t>
            </a:r>
            <a:br/>
            <a:r>
              <a:t>0 hrs | Rating: N/A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3794760"/>
            <a:ext cx="313913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[CARD] Hollow Knight</a:t>
            </a:r>
            <a:br/>
            <a:r>
              <a:t>0 hrs | Rating: N/A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4846320"/>
            <a:ext cx="313913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[CARD] GTA VI</a:t>
            </a:r>
            <a:br/>
            <a:r>
              <a:t>Pending Release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011680"/>
            <a:ext cx="3504895" cy="45720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COMPLETED / ARCHIVED (1)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560320"/>
            <a:ext cx="3504895" cy="347472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743200"/>
            <a:ext cx="313913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[CARD] Fable</a:t>
            </a:r>
            <a:br/>
            <a:r>
              <a:t>45 hrs | Rating: 4/5</a:t>
            </a:r>
            <a:br/>
            <a:r>
              <a:t>[ Status: Complete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5 OF 15 | ISO-9241 UX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5: OPERATIVE DOSSIER (CLIENT_PROFILE.HTML)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NEXUS GAME TRACKER - BLUEPRINT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[NAVBAR: Profile Active]                                                          [Security Clearance: Operative Level 3]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474720" cy="402336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AVATAR BADGE ]</a:t>
            </a:r>
            <a:br/>
            <a:br/>
            <a:r>
              <a:t>Callsign: NEX_OPERATIVE</a:t>
            </a:r>
            <a:br/>
            <a:r>
              <a:t>Status: Active Vanguard</a:t>
            </a:r>
            <a:br/>
            <a:r>
              <a:t>Rank: Grandmaster (Tier V)</a:t>
            </a:r>
            <a:br/>
            <a:br/>
            <a:r>
              <a:t>System ID: #01CE1306</a:t>
            </a:r>
            <a:br/>
            <a:r>
              <a:t>Joined: August 2026</a:t>
            </a:r>
            <a:br/>
            <a:br/>
            <a:r>
              <a:t>[ EDIT PROFILE ]</a:t>
            </a:r>
            <a:br/>
            <a:r>
              <a:t>[ EXPORT JSON BACKUP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011680"/>
            <a:ext cx="2286000" cy="109728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TOTAL TITLES</a:t>
            </a:r>
            <a:br/>
            <a:r>
              <a:t>6 Games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011680"/>
            <a:ext cx="2286000" cy="109728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TIME IN COMBAT</a:t>
            </a:r>
            <a:br/>
            <a:r>
              <a:t>184 Hours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2011680"/>
            <a:ext cx="2499055" cy="109728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AVG SCORE</a:t>
            </a:r>
            <a:br/>
            <a:r>
              <a:t>4.8 / 5.0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291840"/>
            <a:ext cx="3657600" cy="274320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GENRE DISTRIBUTION CHART ]</a:t>
            </a:r>
            <a:br/>
            <a:br/>
            <a:r>
              <a:t>■ Action / RPG: 50%</a:t>
            </a:r>
            <a:br/>
            <a:r>
              <a:t>■ Metroidvania: 25%</a:t>
            </a:r>
            <a:br/>
            <a:r>
              <a:t>■ Open World: 25%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291840"/>
            <a:ext cx="3596335" cy="274320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RECENT TELEMETRY LOG ]</a:t>
            </a:r>
            <a:br/>
            <a:br/>
            <a:r>
              <a:t>• Logged 4 hrs on Elden Ring</a:t>
            </a:r>
            <a:br/>
            <a:r>
              <a:t>• Moved Hades II to Backlog</a:t>
            </a:r>
            <a:br/>
            <a:r>
              <a:t>• Seeded Library from XML</a:t>
            </a:r>
            <a:br/>
            <a:r>
              <a:t>• Synced LocalStorage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6 OF 15 | ISO-9241 UX COMPLIANT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6: SUPPORT &amp; FEEDBACK UPLINK (CLIENT_CONTACT.HTML)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NEXUS GAME TRACKER - BLUEPRINT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[NAVBAR: Contact Active]                                                          [Support Channel: Encrypted TLS 1.3]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4114800" cy="402336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TRANSMISSION DISPATCH ]</a:t>
            </a:r>
            <a:br/>
            <a:br/>
            <a:r>
              <a:t>Have feedback, bug reports, or feature requests?</a:t>
            </a:r>
            <a:br/>
            <a:br/>
            <a:r>
              <a:t>Direct Inquiries:</a:t>
            </a:r>
            <a:br/>
            <a:r>
              <a:t>• Email: support@nexus.local</a:t>
            </a:r>
            <a:br/>
            <a:r>
              <a:t>• Matrix: @nexus:local.net</a:t>
            </a:r>
            <a:br/>
            <a:r>
              <a:t>• Response Window: &lt; 24 Hours</a:t>
            </a:r>
            <a:br/>
            <a:br/>
            <a:r>
              <a:t>All transmissions are logged directly to the Admin Support Queue.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2011680"/>
            <a:ext cx="6796735" cy="402336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TRANSMISSION FORM ]</a:t>
            </a:r>
            <a:br/>
            <a:br/>
            <a:r>
              <a:t>Operative Callsign Input: [ e.g. Spectre-01 ]</a:t>
            </a:r>
            <a:br/>
            <a:br/>
            <a:r>
              <a:t>Email Uplink: [ operative@nexus.local ]</a:t>
            </a:r>
            <a:br/>
            <a:br/>
            <a:r>
              <a:t>Category: [ Bug Report ▼ ]</a:t>
            </a:r>
            <a:br/>
            <a:br/>
            <a:r>
              <a:t>Message Payload:</a:t>
            </a:r>
            <a:br/>
            <a:r>
              <a:t>[ Enter detailed feedback or telemetry logs... ]</a:t>
            </a:r>
            <a:br/>
            <a:br/>
            <a:r>
              <a:t>[ &gt;&gt;&gt; TRANSMIT MESSAGE PAYLOAD &lt;&lt;&lt;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7 OF 15 | ISO-9241 UX COMPLIANT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7: TERMINAL AUTHENTICATION (LOGIN.HTML)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NEXUS GAME TRACKER - BLUEPRINT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[NAVBAR: Auth Terminal]                                                           [Protocol: SHA-256 Client-Side Token]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4389120" cy="384048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OPERATIVE SIGN IN ]</a:t>
            </a:r>
            <a:br/>
            <a:br/>
            <a:r>
              <a:t>Callsign / Username:</a:t>
            </a:r>
            <a:br/>
            <a:r>
              <a:t>[ input_field ]</a:t>
            </a:r>
            <a:br/>
            <a:br/>
            <a:r>
              <a:t>Passphrase Key:</a:t>
            </a:r>
            <a:br/>
            <a:r>
              <a:t>[ password_field ]</a:t>
            </a:r>
            <a:br/>
            <a:br/>
            <a:r>
              <a:t>[ ✓ ] Remember Operative State</a:t>
            </a:r>
            <a:br/>
            <a:br/>
            <a:r>
              <a:t>[ &gt;&gt;&gt; AUTHENTICATE &amp; ENTER &lt;&lt;&lt; ]</a:t>
            </a:r>
            <a:br/>
            <a:br/>
            <a:r>
              <a:t>Demo: operative / pass123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103120"/>
            <a:ext cx="4389120" cy="384048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NEW OPERATIVE REGISTRATION ]</a:t>
            </a:r>
            <a:br/>
            <a:br/>
            <a:r>
              <a:t>Desired Callsign:</a:t>
            </a:r>
            <a:br/>
            <a:r>
              <a:t>[ input_field ]</a:t>
            </a:r>
            <a:br/>
            <a:br/>
            <a:r>
              <a:t>Email Uplink:</a:t>
            </a:r>
            <a:br/>
            <a:r>
              <a:t>[ email_field ]</a:t>
            </a:r>
            <a:br/>
            <a:br/>
            <a:r>
              <a:t>Master Passphrase:</a:t>
            </a:r>
            <a:br/>
            <a:r>
              <a:t>[ password_field ]</a:t>
            </a:r>
            <a:br/>
            <a:br/>
            <a:r>
              <a:t>[ &gt;&gt;&gt; INITIALIZE NEW PROFILE &lt;&lt;&lt; ]</a:t>
            </a:r>
            <a:br/>
            <a:br/>
            <a:r>
              <a:t>Instant LocalStorage Account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8 OF 15 | ISO-9241 UX 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8: ADMIN MISSION CONTROL (ADMIN.HTML)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ADMINISTRATOR PRIVILEGES ENABLED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377440" cy="475488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ADMIN SIDEBAR ]</a:t>
            </a:r>
            <a:br/>
            <a:br/>
            <a:r>
              <a:t>■ Dashboard (Active)</a:t>
            </a:r>
            <a:br/>
            <a:r>
              <a:t>■ Games Registry</a:t>
            </a:r>
            <a:br/>
            <a:r>
              <a:t>■ Operatives DB</a:t>
            </a:r>
            <a:br/>
            <a:r>
              <a:t>■ Telemetry Analytics</a:t>
            </a:r>
            <a:br/>
            <a:r>
              <a:t>■ Support Inbox</a:t>
            </a:r>
            <a:br/>
            <a:r>
              <a:t>■ Security Audit Logs</a:t>
            </a:r>
            <a:br/>
            <a:r>
              <a:t>■ System Settings</a:t>
            </a:r>
            <a:br/>
            <a:br/>
            <a:r>
              <a:t>[ LOGOUT ]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280160"/>
            <a:ext cx="1965960" cy="100584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TOTAL GAMES</a:t>
            </a:r>
            <a:br/>
            <a:r>
              <a:t>6 Loaded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1280160"/>
            <a:ext cx="1965960" cy="100584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OPERATIVES</a:t>
            </a:r>
            <a:br/>
            <a:r>
              <a:t>3 Registered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280160"/>
            <a:ext cx="1965960" cy="100584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INBOX MSGS</a:t>
            </a:r>
            <a:br/>
            <a:r>
              <a:t>2 Pending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280160"/>
            <a:ext cx="2224735" cy="100584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NODE HEALTH</a:t>
            </a:r>
            <a:br/>
            <a:r>
              <a:t>100% Online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468880"/>
            <a:ext cx="5029200" cy="356616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SYSTEM ANALYTICS &amp; TRAFFIC TELEMETRY ]</a:t>
            </a:r>
            <a:br/>
            <a:br/>
            <a:r>
              <a:t>• Weekly Session Hours: 184 hrs</a:t>
            </a:r>
            <a:br/>
            <a:r>
              <a:t>• Storage Used: 48 KB / 5 MB (LocalStorage)</a:t>
            </a:r>
            <a:br/>
            <a:r>
              <a:t>• XML Pipeline Sync: Operational</a:t>
            </a:r>
            <a:br/>
            <a:r>
              <a:t>• Theme Switch Frequency: Mocha 65% / Latte 35%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468880"/>
            <a:ext cx="3322015" cy="356616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LIVE AUDIT STREAM ]</a:t>
            </a:r>
            <a:br/>
            <a:br/>
            <a:r>
              <a:t>[INFO] Admin logged in</a:t>
            </a:r>
            <a:br/>
            <a:r>
              <a:t>[INFO] Games seeded from XML</a:t>
            </a:r>
            <a:br/>
            <a:r>
              <a:t>[INFO] Modal CRUD form initialized</a:t>
            </a:r>
            <a:br/>
            <a:r>
              <a:t>[WARN] API Rate limit: 85% remaining</a:t>
            </a:r>
            <a:br/>
            <a:r>
              <a:t>[INFO] Contact payload stored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9 OF 15 | ISO-9241 UX COMPLIANT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9: ADMIN GAME REGISTRY &amp; CRUD (ADMIN_GAMES.HTML)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ADMINISTRATOR PRIVILEGES ENABLED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377440" cy="475488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SIDEBAR ]</a:t>
            </a:r>
            <a:br/>
            <a:br/>
            <a:r>
              <a:t>■ Dashboard</a:t>
            </a:r>
            <a:br/>
            <a:r>
              <a:t>■ Games (Active)</a:t>
            </a:r>
            <a:br/>
            <a:r>
              <a:t>■ Operatives</a:t>
            </a:r>
            <a:br/>
            <a:r>
              <a:t>■ Analytics</a:t>
            </a:r>
            <a:br/>
            <a:r>
              <a:t>■ Support Inbox</a:t>
            </a:r>
            <a:br/>
            <a:r>
              <a:t>■ Audit Logs</a:t>
            </a:r>
            <a:br/>
            <a:r>
              <a:t>■ Settings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280160"/>
            <a:ext cx="5303520" cy="54864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SEARCH REGISTRY: Filter by title, genre, year... ]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280160"/>
            <a:ext cx="3047695" cy="54864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+ ADD NEW GAME MODAL ]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011680"/>
            <a:ext cx="8534095" cy="402336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COVER    TITLE              GENRE          STATUS       HOURS    SCORE    ACTIONS</a:t>
            </a:r>
            <a:br/>
            <a:r>
              <a:t>---------------------------------------------------------------------------</a:t>
            </a:r>
            <a:br/>
            <a:r>
              <a:t>[IMG]    Elden Ring         RPG            Playing      122 hrs  5/5      [Edit] [Delete]</a:t>
            </a:r>
            <a:br/>
            <a:r>
              <a:t>[IMG]    Cyberpunk 2077     Action/RPG     Playing      62 hrs   5/5      [Edit] [Delete]</a:t>
            </a:r>
            <a:br/>
            <a:r>
              <a:t>[IMG]    Hollow Knight      Metroidvania   Backlog      0 hrs    5/5      [Edit] [Delete]</a:t>
            </a:r>
            <a:br/>
            <a:r>
              <a:t>[IMG]    Hades II           Roguelike      Backlog      0 hrs    N/A      [Edit] [Delete]</a:t>
            </a:r>
            <a:br/>
            <a:br/>
            <a:r>
              <a:t>[ MODAL OVERLAYS: #gameFormModal (Add/Edit) | #deleteConfirmModal (Delete)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10 OF 15 | ISO-9241 UX COMPLIANT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10: ADMIN OPERATIVES ROSTER (ADMIN_USERS.HTML)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ADMINISTRATOR PRIVILEGES ENABLED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377440" cy="475488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SIDEBAR: Users Active ]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280160"/>
            <a:ext cx="8534095" cy="54864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SEARCH OPERATIVES ]                                                    [ + INVITE OPERATIVE ]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2011680"/>
            <a:ext cx="8534095" cy="402336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UID      CALLSIGN          ROLE             STATUS       GAMES LOGGED    LAST ACCESS    ACTIONS</a:t>
            </a:r>
            <a:br/>
            <a:r>
              <a:t>----------------------------------------------------------------------------------</a:t>
            </a:r>
            <a:br/>
            <a:r>
              <a:t>#001     NexBoss           Root Admin       Active       12 Titles       Just Now       [Edit] [Audit]</a:t>
            </a:r>
            <a:br/>
            <a:r>
              <a:t>#002     ItzJazzu          Lead Vanguard    Active       6 Titles        Today          [Edit] [Audit]</a:t>
            </a:r>
            <a:br/>
            <a:r>
              <a:t>#003     CyberSpectre      Operative        Standby      4 Titles        Yesterday      [Edit] [Demote]</a:t>
            </a:r>
            <a:br/>
            <a:br/>
            <a:r>
              <a:t>[ ROLE HIERARCHY: Root Administrator &gt; Vanguard Operative &gt; Guest Recon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11 OF 15 | ISO-9241 UX COMPLIANT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11: SYSTEM TELEMETRY &amp; ANALYTICS (ADMIN_ANALYTICS.HTML)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ADMINISTRATOR PRIVILEGES ENABLED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377440" cy="475488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SIDEBAR: Analytics Active ]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280160"/>
            <a:ext cx="4114800" cy="228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PLAYTIME VELOCITY (HOURS/WEEK) ]</a:t>
            </a:r>
            <a:br/>
            <a:br/>
            <a:r>
              <a:t>■ Elden Ring: 66%</a:t>
            </a:r>
            <a:br/>
            <a:r>
              <a:t>■ Cyberpunk 2077: 34%</a:t>
            </a:r>
            <a:br/>
            <a:br/>
            <a:r>
              <a:t>Total System Playtime: 184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280160"/>
            <a:ext cx="4236415" cy="228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PLATFORM DISTRIBUTION ]</a:t>
            </a:r>
            <a:br/>
            <a:br/>
            <a:r>
              <a:t>■ PC / Steam: 65%</a:t>
            </a:r>
            <a:br/>
            <a:r>
              <a:t>■ PlayStation 5: 20%</a:t>
            </a:r>
            <a:br/>
            <a:r>
              <a:t>■ Xbox Series X: 15%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3749039"/>
            <a:ext cx="8534095" cy="228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RAWG API TRAFFIC &amp; LOCALSTORAGE CAPACITY ]</a:t>
            </a:r>
            <a:br/>
            <a:br/>
            <a:r>
              <a:t>• Cache Hit Rate: 94.2%</a:t>
            </a:r>
            <a:br/>
            <a:r>
              <a:t>• Average Response Time: 42ms</a:t>
            </a:r>
            <a:br/>
            <a:r>
              <a:t>• Storage Footprint: 48.2 KB (1.0% quota)</a:t>
            </a:r>
            <a:br/>
            <a:r>
              <a:t>• Active Theme Distribution: Catppuccin Mocha (62%) / Latte (38%)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12 OF 15 | ISO-9241 UX COMPLIANT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12: SUPPORT INBOX &amp; TRANSMISSIONS (ADMIN_FEEDBACK.HTML)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ADMINISTRATOR PRIVILEGES ENABLED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377440" cy="475488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SIDEBAR: Inbox Active ]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280160"/>
            <a:ext cx="8534095" cy="54864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INBOX FILTER: All Transmissions (2) / Unread (1) / Resolved (1) ]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2011680"/>
            <a:ext cx="8534095" cy="402336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ID       FROM CALLSIGN         EMAIL                    SUBJECT / PAYLOAD               TIME       ACTION</a:t>
            </a:r>
            <a:br/>
            <a:r>
              <a:t>----------------------------------------------------------------------------------</a:t>
            </a:r>
            <a:br/>
            <a:r>
              <a:t>#TR-01   Vanguard-9            vanguard9@nexus.local    'Steam API sync request'        10m ago    [Reply] [Resolve]</a:t>
            </a:r>
            <a:br/>
            <a:r>
              <a:t>#TR-02   ShadowRecon           recon@nexus.local        'Great Catppuccin theme!'       2h ago     [Archived]</a:t>
            </a:r>
            <a:br/>
            <a:br/>
            <a:r>
              <a:t>[ MODAL OVERLAY: #viewTransmissionModal | Reply Dispatch Engine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13 OF 15 | ISO-9241 UX COMPLIANT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13: SECURITY AUDIT LEDGER (ADMIN_LOGS.HTML)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ADMINISTRATOR PRIVILEGES ENABLED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377440" cy="475488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SIDEBAR: Audit Logs Active ]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280160"/>
            <a:ext cx="8534095" cy="475488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REAL-TIME SECURITY LEDGER ]</a:t>
            </a:r>
            <a:br/>
            <a:br/>
            <a:r>
              <a:t>TIMESTAMP            SEVERITY    OPERATIVE       EVENT DESCRIPTION</a:t>
            </a:r>
            <a:br/>
            <a:r>
              <a:t>---------------------------------------------------------------------------</a:t>
            </a:r>
            <a:br/>
            <a:r>
              <a:t>2026-08-30 09:20:46  [INFO]      System          XML database pre-seeded into LocalStorage (6 titles)</a:t>
            </a:r>
            <a:br/>
            <a:r>
              <a:t>2026-08-30 09:20:50  [INFO]      NexBoss         Switched theme palette to Catppuccin Mocha</a:t>
            </a:r>
            <a:br/>
            <a:r>
              <a:t>2026-08-30 09:21:07  [INFO]      Spectre         Submitted support transmission #TR-01</a:t>
            </a:r>
            <a:br/>
            <a:r>
              <a:t>2026-08-30 09:21:15  [SUCCESS]   Git Engine      Committed build 2c7da8f to production Netlify pipeline</a:t>
            </a:r>
            <a:br/>
            <a:br/>
            <a:r>
              <a:t>[ EXPORT AUDIT LEDGER (CSV / JSON)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14 OF 15 | ISO-9241 UX COMPLIANT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solidFill>
            <a:srgbClr val="F0F2F5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414"/>
                </a:solidFill>
                <a:latin typeface="Consolas"/>
              </a:defRPr>
            </a:pPr>
            <a:r>
              <a:t>LAYOUT 14: SYSTEM SETTINGS (ADMIN_SETTINGS.HTML)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4572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  <a:latin typeface="Consolas"/>
              </a:defRPr>
            </a:pPr>
            <a:r>
              <a:t>ADMINISTRATOR PRIVILEGES ENABLED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377440" cy="4754880"/>
          </a:xfrm>
          <a:prstGeom prst="rect">
            <a:avLst/>
          </a:prstGeom>
          <a:solidFill>
            <a:srgbClr val="EBEEF2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SIDEBAR: Settings Active ]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280160"/>
            <a:ext cx="8534095" cy="4754880"/>
          </a:xfrm>
          <a:prstGeom prst="rect">
            <a:avLst/>
          </a:prstGeom>
          <a:solidFill>
            <a:srgbClr val="F8F9FA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1414"/>
                </a:solidFill>
                <a:latin typeface="Consolas"/>
              </a:defRPr>
            </a:pPr>
            <a:r>
              <a:t>[ GLOBAL CONFIGURATION PARAMETERS ]</a:t>
            </a:r>
            <a:br/>
            <a:br/>
            <a:r>
              <a:t>• Platform Title:       [ Nexus Game Tracker (01CE1306) ]</a:t>
            </a:r>
            <a:br/>
            <a:r>
              <a:t>• RAWG API Key:         [ ******************************** ]</a:t>
            </a:r>
            <a:br/>
            <a:r>
              <a:t>• Default Theme:        (●) Catppuccin Mocha     (○) Catppuccin Latte</a:t>
            </a:r>
            <a:br/>
            <a:r>
              <a:t>• Auto-Seed XML:        [✓] Enabled on first user session</a:t>
            </a:r>
            <a:br/>
            <a:r>
              <a:t>• Glassmorphism FX:     [✓] Enabled (Backdrop Filter: blur(12px))</a:t>
            </a:r>
            <a:br/>
            <a:r>
              <a:t>• Security Level:       [ High (Strict LocalStorage Isolation) ▼ ]</a:t>
            </a:r>
            <a:br/>
            <a:br/>
            <a:r>
              <a:t>[ &gt;&gt;&gt; SAVE ALL CONFIGURATION CHANGES &lt;&lt;&lt; ]      [ RESET TO FACTORY XML SEED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onsolas"/>
              </a:defRPr>
            </a:pPr>
            <a:r>
              <a:t>[ ARCHITECTURAL WIREFRAME BLUEPRINT ] | PAGE 15 OF 15 | ISO-9241 UX COMPLIANT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