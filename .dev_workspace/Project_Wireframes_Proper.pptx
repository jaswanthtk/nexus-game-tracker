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1: Welcome (index)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7315200" cy="182880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FF"/>
                </a:solidFill>
              </a:rPr>
              <a:t>N E X U 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0" y="2743200"/>
            <a:ext cx="1828800" cy="36576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2743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GET STARTED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2: Catalog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Featured Games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16459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116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Game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(Image)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0" y="2011680"/>
            <a:ext cx="16459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0116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Game 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(Image)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2011680"/>
            <a:ext cx="16459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20116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Game 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(Image)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164592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Game 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(Image)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3: Search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54864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</a:rPr>
              <a:t>Enter game title, genre...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0" y="1645920"/>
            <a:ext cx="1645920" cy="36576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45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SEARCH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Filters: [ ] Action  [ ] RPG  [ ] Strategy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651760"/>
            <a:ext cx="7315200" cy="731520"/>
          </a:xfrm>
          <a:prstGeom prst="rect">
            <a:avLst/>
          </a:prstGeom>
          <a:solidFill>
            <a:srgbClr val="F9F9F9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5176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[IMG] Title: Cyber-Odyssey | Platform: PC | Year: 2026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4: Logbook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Title                  Platform      Status          Rating     Action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194560"/>
            <a:ext cx="73152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2860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Final Fantasy          PS5           Playing         5/5        [Edit]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65176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Halo Infinite          Xbox          Completed       4/5        [Edit]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30175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Factorio               PC            Backlog         N/A        [Edit]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5: Contact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Contact Support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Name: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2103120"/>
            <a:ext cx="4572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60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Email: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0" y="2560320"/>
            <a:ext cx="45720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17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Message: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3017520"/>
            <a:ext cx="45720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86000" y="4206240"/>
            <a:ext cx="1371600" cy="36576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14" name="Text 12"/>
          <p:cNvSpPr/>
          <p:nvPr/>
        </p:nvSpPr>
        <p:spPr>
          <a:xfrm>
            <a:off x="2286000" y="42062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SUBMIT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6: Profile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371600" cy="1371600"/>
          </a:xfrm>
          <a:prstGeom prst="rect">
            <a:avLst/>
          </a:prstGeom>
          <a:solidFill>
            <a:srgbClr val="EAEAE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Avatar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User: PlayerOne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560320" y="2103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Total Games: 142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Hours Played: 5,420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200400"/>
            <a:ext cx="7315200" cy="1188720"/>
          </a:xfrm>
          <a:prstGeom prst="rect">
            <a:avLst/>
          </a:prstGeom>
          <a:solidFill>
            <a:srgbClr val="F9F9F9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040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99999"/>
                </a:solidFill>
              </a:rPr>
              <a:t>Favorite Genres Chart Placeholder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63636"/>
                </a:solidFill>
              </a:rPr>
              <a:t>Nexus Tracker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0" y="274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[Catalog]  [Search]  [Logbook]  [Contact]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Client Page 7: Login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286000" y="1828800"/>
            <a:ext cx="1828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2286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Sign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[Username]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[Password]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[LOGIN]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182880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22860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Sign 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[Username]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[Password]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[REGISTER]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1: Dashboard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286000" cy="1097280"/>
          </a:xfrm>
          <a:prstGeom prst="rect">
            <a:avLst/>
          </a:prstGeom>
          <a:solidFill>
            <a:srgbClr val="EFEFE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Total Games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1,204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1645920"/>
            <a:ext cx="2286000" cy="1097280"/>
          </a:xfrm>
          <a:prstGeom prst="rect">
            <a:avLst/>
          </a:prstGeom>
          <a:solidFill>
            <a:srgbClr val="EFEFE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6459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Active 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342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1645920"/>
            <a:ext cx="2286000" cy="1097280"/>
          </a:xfrm>
          <a:prstGeom prst="rect">
            <a:avLst/>
          </a:prstGeom>
          <a:solidFill>
            <a:srgbClr val="EFEFE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64592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Server Status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Online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2: Games Management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ID     Title                     Genre       Platform      Actions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7772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945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1      Cyber-Odyssey             Action      PC, PS5       [Edit] [Del]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3: Users Management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UID    Username                  Role        Last Login    Actions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7772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945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101    PlayerOne                 Member      Today         [Edit] [Ban]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4: Analytics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2286000"/>
          </a:xfrm>
          <a:prstGeom prst="rect">
            <a:avLst/>
          </a:prstGeom>
          <a:solidFill>
            <a:srgbClr val="F9F9F9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Traffic Chart (Last 7 Days) Placeholder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5: Support Inbox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Operative              Channel               Transmission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7772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945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Jazzu                  jazz@email.com        I need help...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6: Audit Logs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7772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373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Timestamp            Event                              Severity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7772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19456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2026-08-25 10:45     System Initialized                 INFO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22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Nexus ADMIN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137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[Dashboard] [Games] [Users] [Analytics] [Inbox] [Logs] [Settings]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Admin Page 7: Settings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Site Name:     [ Nexus Tracker 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Admin Email:   [ admin@nexus.local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828800" cy="365760"/>
          </a:xfrm>
          <a:prstGeom prst="rect">
            <a:avLst/>
          </a:prstGeom>
          <a:solidFill>
            <a:srgbClr val="0066CC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SAVE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Footer - Copyright © 2026 Nexus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2026-08-25T11:30:49Z</dcterms:created>
  <dcterms:modified xsi:type="dcterms:W3CDTF">2026-08-25T11:30:49Z</dcterms:modified>
</cp:coreProperties>
</file>