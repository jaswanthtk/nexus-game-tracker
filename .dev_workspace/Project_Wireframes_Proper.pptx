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D6F4"/>
                </a:solidFill>
              </a:rPr>
              <a:t>Nexus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D6F4"/>
                </a:solidFill>
              </a:rPr>
              <a:t>Client Page 1: Welcome (index)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DD6F4"/>
                </a:solidFill>
              </a:rPr>
              <a:t>N E X U 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182880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CDD6F4"/>
                </a:solidFill>
              </a:rPr>
              <a:t>GET STARTED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D6F4"/>
                </a:solidFill>
              </a:rPr>
              <a:t>Nexus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[Catalog]  [Search]  [Logbook]  [Contact]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D6F4"/>
                </a:solidFill>
              </a:rPr>
              <a:t>Client Page 2: Catalog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6F4"/>
                </a:solidFill>
              </a:rPr>
              <a:t>Featured Games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164592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Game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(Image)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164592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Game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(Image)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164592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Game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(Image)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164592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Game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(Image)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D6F4"/>
                </a:solidFill>
              </a:rPr>
              <a:t>Nexus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[Catalog]  [Search]  [Logbook]  [Contact]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D6F4"/>
                </a:solidFill>
              </a:rPr>
              <a:t>Client Page 3: Search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Enter game title, genre...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645920"/>
            <a:ext cx="164592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Filters: [ ] Action  [ ] RPG  [ ] Strategy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solidFill>
            <a:srgbClr val="18182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2651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[IMG] Title: Cyber-Odyssey | Platform: PC | Year: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D6F4"/>
                </a:solidFill>
              </a:rPr>
              <a:t>Nexus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[Catalog]  [Search]  [Logbook]  [Contact]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D6F4"/>
                </a:solidFill>
              </a:rPr>
              <a:t>Client Page 4: Logbook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920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Title                  Platform      Status          Rating     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73152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2286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Final Fantasy          PS5           Playing         5/5        [Edit]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Halo Infinite          Xbox          Completed       4/5        [Edit]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Factorio               PC            Backlog         N/A        [Edit]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D6F4"/>
                </a:solidFill>
              </a:rPr>
              <a:t>Nexus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[Catalog]  [Search]  [Logbook]  [Contact]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D6F4"/>
                </a:solidFill>
              </a:rPr>
              <a:t>Client Page 5: Contact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Contact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Name: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2103120"/>
            <a:ext cx="4572000" cy="36576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Email: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560320"/>
            <a:ext cx="4572000" cy="36576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Message: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017520"/>
            <a:ext cx="457200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86000" y="4206240"/>
            <a:ext cx="137160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8600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SUBMIT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D6F4"/>
                </a:solidFill>
              </a:rPr>
              <a:t>Nexus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[Catalog]  [Search]  [Logbook]  [Contact]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D6F4"/>
                </a:solidFill>
              </a:rPr>
              <a:t>Client Page 6: Profile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371600" cy="13716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Avatar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User: PlayerOne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Total Games: 142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Hours Played: 5,420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7315200" cy="1188720"/>
          </a:xfrm>
          <a:prstGeom prst="rect">
            <a:avLst/>
          </a:prstGeom>
          <a:solidFill>
            <a:srgbClr val="18182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200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Favorite Genres Chart Placeholder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D6F4"/>
                </a:solidFill>
              </a:rPr>
              <a:t>Nexus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DD6F4"/>
                </a:solidFill>
              </a:rPr>
              <a:t>[Catalog]  [Search]  [Logbook]  [Contact]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D6F4"/>
                </a:solidFill>
              </a:rPr>
              <a:t>Client Page 7: Login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1828800"/>
            <a:ext cx="1828800" cy="18288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Sign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[Username]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[Password]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[LOGIN]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1828800" cy="18288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Sign 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[Username]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[Password]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[REGISTER]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Nexus ADMIN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D6F4"/>
                </a:solidFill>
              </a:rPr>
              <a:t>[Dashboard] [Games] [Users] [Analytics] [Inbox] [Logs] [Settings]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D6F4"/>
                </a:solidFill>
              </a:rPr>
              <a:t>Admin Page 1: Dashboard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28600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645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</a:rPr>
              <a:t>Total Games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</a:rPr>
              <a:t>1,204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228600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1645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</a:rPr>
              <a:t>Active 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</a:rPr>
              <a:t>342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2286000" cy="109728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0" y="1645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</a:rPr>
              <a:t>Server Status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</a:rPr>
              <a:t>Online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Nexus ADMIN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D6F4"/>
                </a:solidFill>
              </a:rPr>
              <a:t>[Dashboard] [Games] [Users] [Analytics] [Inbox] [Logs] [Settings]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D6F4"/>
                </a:solidFill>
              </a:rPr>
              <a:t>Admin Page 2: Games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772400" cy="18288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37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ID     Title                     Genre       Platform      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772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1      Cyber-Odyssey             Action      PC, PS5       [Edit] [Del]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Nexus ADMIN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D6F4"/>
                </a:solidFill>
              </a:rPr>
              <a:t>[Dashboard] [Games] [Users] [Analytics] [Inbox] [Logs] [Settings]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D6F4"/>
                </a:solidFill>
              </a:rPr>
              <a:t>Admin Page 3: Users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772400" cy="18288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37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UID    Username                  Role        Last Login    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772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101    PlayerOne                 Member      Today         [Edit] [Ban]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Nexus ADMIN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D6F4"/>
                </a:solidFill>
              </a:rPr>
              <a:t>[Dashboard] [Games] [Users] [Analytics] [Inbox] [Logs] [Settings]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D6F4"/>
                </a:solidFill>
              </a:rPr>
              <a:t>Admin Page 4: Analytics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772400" cy="2286000"/>
          </a:xfrm>
          <a:prstGeom prst="rect">
            <a:avLst/>
          </a:prstGeom>
          <a:solidFill>
            <a:srgbClr val="18182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D6F4"/>
                </a:solidFill>
              </a:rPr>
              <a:t>Traffic Chart (Last 7 Days) Placeholder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Nexus ADMIN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D6F4"/>
                </a:solidFill>
              </a:rPr>
              <a:t>[Dashboard] [Games] [Users] [Analytics] [Inbox] [Logs] [Settings]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D6F4"/>
                </a:solidFill>
              </a:rPr>
              <a:t>Admin Page 5: Support Inbox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772400" cy="18288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37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Operative              Channel               Transmission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772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Jazzu                  jazz@email.com        I need help...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Nexus ADMIN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D6F4"/>
                </a:solidFill>
              </a:rPr>
              <a:t>[Dashboard] [Games] [Users] [Analytics] [Inbox] [Logs] [Settings]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D6F4"/>
                </a:solidFill>
              </a:rPr>
              <a:t>Admin Page 6: Audit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772400" cy="1828800"/>
          </a:xfrm>
          <a:prstGeom prst="rect">
            <a:avLst/>
          </a:prstGeom>
          <a:solidFill>
            <a:srgbClr val="18182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37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Timestamp            Event                              Severity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772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2026-08-25 10:45     System Initialized                 INFO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</a:rPr>
              <a:t>Nexus ADMIN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D6F4"/>
                </a:solidFill>
              </a:rPr>
              <a:t>[Dashboard] [Games] [Users] [Analytics] [Inbox] [Logs] [Settings]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D6F4"/>
                </a:solidFill>
              </a:rPr>
              <a:t>Admin Page 7: Settings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Site Name:     [ Nexus Tracker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Admin Email:   [ admin@nexus.local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82880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SAVE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6F4"/>
                </a:solidFill>
              </a:rPr>
              <a:t>Footer - Copyright © 2026 Nexus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2026-08-25T11:30:49Z</dcterms:created>
  <dcterms:modified xsi:type="dcterms:W3CDTF">2026-08-25T11:30:49Z</dcterms:modified>
</cp:coreProperties>
</file>